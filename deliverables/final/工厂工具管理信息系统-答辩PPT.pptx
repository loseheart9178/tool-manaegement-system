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5D99"/>
                </a:solidFill>
              </a:rPr>
              <a:t>《程序设计课程实践》综合项目答辩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572768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工厂工具管理信息系统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41248" y="2450592"/>
            <a:ext cx="6217920" cy="0"/>
          </a:xfrm>
          <a:prstGeom prst="line">
            <a:avLst/>
          </a:prstGeom>
          <a:noFill/>
          <a:ln w="25400">
            <a:solidFill>
              <a:srgbClr val="1F5D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7889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基于 C 语言的工具信息管理、借还登记、库存统计与数据持久化设计实现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425196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组长：25051408 卢世豪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成员：25051415 丁伟哲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完成时间：2026 年 6 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41080" y="960120"/>
            <a:ext cx="2606040" cy="4526280"/>
          </a:xfrm>
          <a:prstGeom prst="rect">
            <a:avLst/>
          </a:prstGeom>
          <a:solidFill>
            <a:srgbClr val="F7FAFC"/>
          </a:solidFill>
          <a:ln w="12700">
            <a:solidFill>
              <a:srgbClr val="B8C5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42832" y="187452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01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Programming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Practice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15400" y="373075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36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· Array · File I/O · Modular Design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D99"/>
                </a:solidFill>
              </a:rPr>
              <a:t>CONTENTS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汇报提纲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2700">
            <a:solidFill>
              <a:srgbClr val="B8C5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18520" y="6035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36173"/>
                </a:solidFill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D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27632" y="158191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项目背景与需求分析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978408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219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D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27632" y="220370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系统总体设计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2633472"/>
            <a:ext cx="978408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437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D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27632" y="282549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核心数据结构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3255264"/>
            <a:ext cx="978408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655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D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27632" y="344728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主要功能模块实现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4400" y="3877056"/>
            <a:ext cx="978408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873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D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27632" y="406908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测试结果与运行效果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14400" y="4498848"/>
            <a:ext cx="978408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709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D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27632" y="469087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项目创新点与总结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14400" y="5120640"/>
            <a:ext cx="9784080" cy="0"/>
          </a:xfrm>
          <a:prstGeom prst="line">
            <a:avLst/>
          </a:prstGeom>
          <a:noFill/>
          <a:ln w="12700">
            <a:solidFill>
              <a:srgbClr val="E5EA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47395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程序设计课程实践 · 工厂工具管理信息系统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66928" y="6364224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D99"/>
                </a:solidFill>
              </a:rPr>
              <a:t>01 BACKGROUND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项目背景与需求分析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2700">
            <a:solidFill>
              <a:srgbClr val="B8C5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18520" y="6035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36173"/>
                </a:solidFill>
              </a:rPr>
              <a:t>03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649224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5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工厂工具数量多、类型杂，传统人工登记容易出现漏记、错记和库存不清。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工具借用和归还具有明显的业务流程，需要记录借用人、借用日期、应还日期和状态。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课程任务要求综合使用结构体、数组、链表或数组、函数模块化和文件读写等 C 语言核心知识。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本系统以“工具信息表 + 借还记录表”为数据基础，实现完整的控制台管理流程。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0" y="1627632"/>
            <a:ext cx="3291840" cy="1005840"/>
          </a:xfrm>
          <a:prstGeom prst="rect">
            <a:avLst/>
          </a:prstGeom>
          <a:solidFill>
            <a:srgbClr val="EEF4FA"/>
          </a:solidFill>
          <a:ln w="12700">
            <a:solidFill>
              <a:srgbClr val="B8C5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36992" y="176479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系统目标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936992" y="210312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实现工具管理、借还登记、记录查询、统计分析和数据持久化。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0" y="2880360"/>
            <a:ext cx="3291840" cy="1005840"/>
          </a:xfrm>
          <a:prstGeom prst="rect">
            <a:avLst/>
          </a:prstGeom>
          <a:solidFill>
            <a:srgbClr val="FFF8E8"/>
          </a:solidFill>
          <a:ln w="12700">
            <a:solidFill>
              <a:srgbClr val="B8C5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301752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关键约束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936992" y="3355848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编号唯一、库存非负、损坏工具不可借、重复归还需拦截。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0" y="4133088"/>
            <a:ext cx="329184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B8C5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36992" y="427024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提交要求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936992" y="4608576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实验报告、源文件、可执行文件、答辩 PPT 四类材料。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程序设计课程实践 · 工厂工具管理信息系统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6928" y="6364224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D99"/>
                </a:solidFill>
              </a:rPr>
              <a:t>02 DESIGN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系统总体设计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2700">
            <a:solidFill>
              <a:srgbClr val="B8C5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18520" y="6035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36173"/>
                </a:solidFill>
              </a:rPr>
              <a:t>04</a:t>
            </a:r>
            <a:endParaRPr lang="en-US" sz="1200" dirty="0"/>
          </a:p>
        </p:txBody>
      </p:sp>
      <p:pic>
        <p:nvPicPr>
          <p:cNvPr id="7" name="Image 0" descr="/Users/lushihao/Desktop/C语言课程实践/deliverables/assets/system_modul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44752"/>
            <a:ext cx="6858000" cy="4297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09560" y="1600200"/>
            <a:ext cx="324612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5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main.c：程序入口，调用 run_system。</a:t>
            </a:r>
            <a:endParaRPr lang="en-US" sz="1250" dirty="0"/>
          </a:p>
          <a:p>
            <a:r>
              <a:rPr lang="en-US" sz="125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menu.c：登录、加载数据、菜单循环、退出保存。</a:t>
            </a:r>
            <a:endParaRPr lang="en-US" sz="1250" dirty="0"/>
          </a:p>
          <a:p>
            <a:r>
              <a:rPr lang="en-US" sz="125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tool.c / storage.c：工具基础信息管理与工具文件读写。</a:t>
            </a:r>
            <a:endParaRPr lang="en-US" sz="1250" dirty="0"/>
          </a:p>
          <a:p>
            <a:r>
              <a:rPr lang="en-US" sz="125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borrow.c：借用、归还、借还记录展示与记录文件读写。</a:t>
            </a:r>
            <a:endParaRPr lang="en-US" sz="1250" dirty="0"/>
          </a:p>
          <a:p>
            <a:r>
              <a:rPr lang="en-US" sz="125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statistics.c：库存统计、低库存预警和借用排行。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66928" y="647395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程序设计课程实践 · 工厂工具管理信息系统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66928" y="6364224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D99"/>
                </a:solidFill>
              </a:rPr>
              <a:t>03 DATA STRUCTURE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核心数据结构设计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2700">
            <a:solidFill>
              <a:srgbClr val="B8C5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18520" y="6035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36173"/>
                </a:solidFill>
              </a:rPr>
              <a:t>05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" y="1481328"/>
            <a:ext cx="5303520" cy="4160520"/>
          </a:xfrm>
          <a:prstGeom prst="rect">
            <a:avLst/>
          </a:prstGeom>
          <a:solidFill>
            <a:srgbClr val="EEF4FA"/>
          </a:solidFill>
          <a:ln w="12700">
            <a:solidFill>
              <a:srgbClr val="B8C5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618488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Tool 工具信息结构体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77824" y="1956816"/>
            <a:ext cx="497433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字段：id、name、type、stock、status、borrowed_count、location、price。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设计要点：id 作为主键；stock 表示当前可借库存；borrowed_count 表示已借出数量；status 支持“正常/损坏”。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481328"/>
            <a:ext cx="5120640" cy="4160520"/>
          </a:xfrm>
          <a:prstGeom prst="rect">
            <a:avLst/>
          </a:prstGeom>
          <a:solidFill>
            <a:srgbClr val="EEF4FA"/>
          </a:solidFill>
          <a:ln w="12700">
            <a:solidFill>
              <a:srgbClr val="B8C5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6184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BorrowRecord 借还记录结构体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19672" y="1956816"/>
            <a:ext cx="479145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字段：record_id、tool_id、borrower_name、borrow_date、due_date、quantity、status。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设计要点：record_id 自增唯一；tool_id 关联工具表；status 区分“已借/已还”。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647395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程序设计课程实践 · 工厂工具管理信息系统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6928" y="6364224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D99"/>
                </a:solidFill>
              </a:rPr>
              <a:t>04 IMPLEMENTATION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工具信息管理模块（卢世豪）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2700">
            <a:solidFill>
              <a:srgbClr val="B8C5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18520" y="6035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36173"/>
                </a:solidFill>
              </a:rPr>
              <a:t>06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669280" cy="4251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添加工具：检查数组容量、工具编号唯一性、库存和单价合法性。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删除工具：根据编号定位，若 borrowed_count &gt; 0 则禁止删除，删除前二次确认。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修改工具：编号不可修改，其他字段支持按需更新，直接回车保留原值。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查询工具：编号精准查询，名称和类型使用 strstr 实现模糊查询。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文件读写：tools.dat 保存工具数量和结构体数组，实现重启不丢失数据。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1600200"/>
            <a:ext cx="4297680" cy="3246120"/>
          </a:xfrm>
          <a:prstGeom prst="rect">
            <a:avLst/>
          </a:prstGeom>
          <a:solidFill>
            <a:srgbClr val="F8FAFC"/>
          </a:solidFill>
          <a:ln w="12700">
            <a:solidFill>
              <a:srgbClr val="B8C5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14032" y="1828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关键函数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50608" y="2267712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find_tool_index_by_id()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show_all_tools()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add_tool()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delete_tool()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update_tool()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search_tools()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load_tools() / save_tools()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程序设计课程实践 · 工厂工具管理信息系统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6364224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D99"/>
                </a:solidFill>
              </a:rPr>
              <a:t>04 IMPLEMENTATION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借还与统计模块（丁伟哲）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2700">
            <a:solidFill>
              <a:srgbClr val="B8C5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18520" y="6035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36173"/>
                </a:solidFill>
              </a:rPr>
              <a:t>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577840" cy="4251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借用工具：校验工具存在、状态正常、借用数量大于 0 且不超过库存。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归还工具：通过唯一记录编号定位借用记录，状态为“已还”时禁止重复归还。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库存联动：借用时 stock 减少、borrowed_count 增加；归还时反向恢复。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库存统计：统计工具种类数、库存总数量、在库数量、已借数量和总价值。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借用排行：遍历借还记录累计次数，并使用 qsort 降序排序。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12280" y="1572768"/>
            <a:ext cx="443484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B8C5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0" y="1828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库存变化规则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50608" y="2267712"/>
            <a:ext cx="3840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借用成功：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stock -= quantity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borrowed_count += quantity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归还成功：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stock += quantity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borrowed_count -= quantity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程序设计课程实践 · 工厂工具管理信息系统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6364224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D99"/>
                </a:solidFill>
              </a:rPr>
              <a:t>05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运行效果与测试结果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2700">
            <a:solidFill>
              <a:srgbClr val="B8C5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18520" y="6035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36173"/>
                </a:solidFill>
              </a:rPr>
              <a:t>08</a:t>
            </a:r>
            <a:endParaRPr lang="en-US" sz="1200" dirty="0"/>
          </a:p>
        </p:txBody>
      </p:sp>
      <p:pic>
        <p:nvPicPr>
          <p:cNvPr id="7" name="Image 0" descr="/Users/lushihao/Desktop/C语言课程实践/deliverables/assets/run_effect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17320"/>
            <a:ext cx="6858000" cy="429768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1572768"/>
          <a:ext cx="3429000" cy="2971800"/>
        </p:xfrm>
        <a:graphic>
          <a:graphicData uri="http://schemas.openxmlformats.org/drawingml/2006/table">
            <a:tbl>
              <a:tblPr/>
              <a:tblGrid>
                <a:gridCol w="1143000"/>
                <a:gridCol w="228600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</a:rPr>
                        <a:t>测试项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</a:rPr>
                        <a:t>结果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登录验证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账号 admin / 密码 admin123 登录成功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数据加载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加载 12 条工具记录、9 条借还记录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库存统计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总数量 142 件，在库 126 件，已借 16 件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低库存预警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阈值 6 时筛出 4 种低库存工具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借用排行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</a:rPr>
                        <a:t>按历史借用次数降序展示</a:t>
                      </a:r>
                      <a:endParaRPr lang="en-US" sz="950" dirty="0"/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818120" y="4800600"/>
            <a:ext cx="342900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B8C5D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982712" y="493776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验证结论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982712" y="5276088"/>
            <a:ext cx="3099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系统核心流程可运行，数据文件可正常保存与加载。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66928" y="647395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程序设计课程实践 · 工厂工具管理信息系统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566928" y="6364224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D99"/>
                </a:solidFill>
              </a:rPr>
              <a:t>06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创新点与项目总结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10972800" cy="0"/>
          </a:xfrm>
          <a:prstGeom prst="line">
            <a:avLst/>
          </a:prstGeom>
          <a:noFill/>
          <a:ln w="12700">
            <a:solidFill>
              <a:srgbClr val="B8C5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18520" y="6035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36173"/>
                </a:solidFill>
              </a:rPr>
              <a:t>09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" y="1508760"/>
            <a:ext cx="3246120" cy="1828800"/>
          </a:xfrm>
          <a:prstGeom prst="rect">
            <a:avLst/>
          </a:prstGeom>
          <a:solidFill>
            <a:srgbClr val="F0FDF4"/>
          </a:solidFill>
          <a:ln w="12700">
            <a:solidFill>
              <a:srgbClr val="B8C5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64592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低库存预警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77824" y="198424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设置安全库存阈值后，自动筛选当前库存不足的工具，辅助补货决策。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62272" y="1508760"/>
            <a:ext cx="3246120" cy="1828800"/>
          </a:xfrm>
          <a:prstGeom prst="rect">
            <a:avLst/>
          </a:prstGeom>
          <a:solidFill>
            <a:srgbClr val="EEF4FA"/>
          </a:solidFill>
          <a:ln w="12700">
            <a:solidFill>
              <a:srgbClr val="B8C5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64592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借用次数排行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26864" y="198424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根据历史借还记录统计高频工具，帮助分析使用需求。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11312" y="1508760"/>
            <a:ext cx="3246120" cy="1828800"/>
          </a:xfrm>
          <a:prstGeom prst="rect">
            <a:avLst/>
          </a:prstGeom>
          <a:solidFill>
            <a:srgbClr val="FFF8E8"/>
          </a:solidFill>
          <a:ln w="12700">
            <a:solidFill>
              <a:srgbClr val="B8C5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64592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数据持久化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75904" y="1984248"/>
            <a:ext cx="2916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启动自动加载、退出自动保存，避免程序重启后数据丢失。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项目收获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315968"/>
            <a:ext cx="105156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5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将 C 语言基础知识应用到一个完整业务系统中。</a:t>
            </a:r>
            <a:endParaRPr lang="en-US" sz="1350" dirty="0"/>
          </a:p>
          <a:p>
            <a:r>
              <a:rPr lang="en-US" sz="135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理解结构体、数组、文件读写和模块化接口在项目中的作用。</a:t>
            </a:r>
            <a:endParaRPr lang="en-US" sz="1350" dirty="0"/>
          </a:p>
          <a:p>
            <a:r>
              <a:rPr lang="en-US" sz="135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通过两人分工协作，完成从编码、测试到文档和答辩材料的完整提交链路。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6928" y="647395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程序设计课程实践 · 工厂工具管理信息系统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928" y="6364224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40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355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谢谢聆听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36173"/>
                </a:solidFill>
              </a:rPr>
              <a:t>欢迎老师批评指正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38862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卢世豪 25051408 · 丁伟哲 25051415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im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imSu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工厂工具管理信息系统答辩PPT</dc:title>
  <dc:subject>程序设计课程实践</dc:subject>
  <dc:creator>卢世豪、丁伟哲</dc:creator>
  <cp:lastModifiedBy>卢世豪、丁伟哲</cp:lastModifiedBy>
  <cp:revision>1</cp:revision>
  <dcterms:created xsi:type="dcterms:W3CDTF">2026-06-09T13:19:41Z</dcterms:created>
  <dcterms:modified xsi:type="dcterms:W3CDTF">2026-06-09T13:19:41Z</dcterms:modified>
</cp:coreProperties>
</file>